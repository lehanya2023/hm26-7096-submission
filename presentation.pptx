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B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HACKMYSURU 1.0 — PHASE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CivicMysuru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Time-aware jurisdiction routing for citizen civic complaints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B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sub-problem: Routing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B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Mysuru's civic reality, right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103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B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550–600 tonnes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697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garbage generated every 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103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B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 lakh tonnes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97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of untreated waste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931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B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150+ tonnes/day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5262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waste, often dumped illegally at night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3931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B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CMC + 4 TPs + 8 GPs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5262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actively absorbed into Mysuru City Corporation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B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REALITIES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harder than it looks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011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will lie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514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can report freely, even anonymously — which also invites fake complaints and spam.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11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Jurisdiction is genuinely unclear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514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Mysuru's boundaries are actively changing this year. A hardcoded map is already wrong.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complaint is equally urgent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6177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pothole and a hazard on a school route can't be treated the same way.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input is guaranteed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6177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reports, reused photos, and wrong locations will happen — the system must handle them, not assume they won't.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B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CivicMysuru actually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377440" cy="3108960"/>
          </a:xfrm>
          <a:prstGeom prst="roundRect">
            <a:avLst>
              <a:gd name="adj" fmla="val 4615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B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15468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submits area, issue type, description, optional photo, and GPS location.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377440" cy="3108960"/>
          </a:xfrm>
          <a:prstGeom prst="roundRect">
            <a:avLst>
              <a:gd name="adj" fmla="val 4615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B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15468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rule-based classifier suggests the issue type from the description/filename.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920240"/>
            <a:ext cx="2377440" cy="3108960"/>
          </a:xfrm>
          <a:prstGeom prst="roundRect">
            <a:avLst>
              <a:gd name="adj" fmla="val 4615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B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15468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time-aware jurisdiction engine resolves the correct authority as of today's date.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41080" y="1920240"/>
            <a:ext cx="2377440" cy="3108960"/>
          </a:xfrm>
          <a:prstGeom prst="roundRect">
            <a:avLst>
              <a:gd name="adj" fmla="val 4615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B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315468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Priority, verification score, duplicate check, and reused-evidence detection all run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B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TWIST — 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Boundaries change. The routing engine already knows.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402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area-to-authority mapping is a dated record, not a fixed fact.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69748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Hootagalli belonged to its own Town Panchayat until 1 April 2026 — from that date onward, the exact same area routes to Mysuru City Corporation. No code change, no redeploy.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B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/api/admin/jurisdiction-change  →  simulates a real boundary merger live, on stage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63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unmatched or disputed area is never silently guessed — it's flagged for manual review instead.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B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BAD INPUT — 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Duplicates and fake evidence, actually caught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057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detection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similar reports in the same area and issue category → the second is flagged duplicate: true.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3291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 evidence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32918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photo submitted on two different complaints → verification score drops and it's flagged as possible fake evidence.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38912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526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jurisdiction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45262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area with no matching record routes to manual review instead of a confident-sounding guess.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B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LOOP — 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is only half the job. Resolution is the other half.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routed authority label means nothing unless the right staff can find their own queue.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B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filter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474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Dashboard's queue can be narrowed to one authority at a time — simulating "log in as Nanjangud City Municipal Council staff."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246888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B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queue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474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complaints where authority matches the selected office are shown — Hootagalli's newly-absorbed queue looks different from Nanjangud's.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46888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651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B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74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Work / Mark Resolved call PATCH /api/complaints/{id}/status — the same status the citizen sees on their own tracker.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46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B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scope: this is demo authentication, not enforced access control — the filter simulates role separation for the demo. A real deployment ties each staff account to exactly one authority server-side.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B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B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146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Static HTML / CSS / JS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22783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build step, no framework overhead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94106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Pages: Home, Login, Report, Dashboard, AI Detection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B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5146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FastAPI + SQLAlchemy + SQLite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22783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Modular: routing, jurisdiction, classifier engines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94106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CORS-enabled REST API, auto-generated /docs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B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5146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Frontend → Netlify (static)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2783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Backend → Render (Python web service)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94106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python main.py runs it locally, unchanged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89204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50292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feature (not our chosen sub-problem): a standalone AI Detection page calls the same rule-based classifier for instant, explainable photo classification — clearly scoped in our decision log as distinct from the brief's "Detection Without Reporting" sub-problem.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B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we'd improve with more time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Storage is SQLite, not a versioned GIS system — sufficient to prove the concept for this MVP.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Fake-evidence detection compares filenames, not real image content (a placeholder for perceptual hashing once real image uploads exist).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Duplicate detection uses word overlap within the same area, not GPS distance — the GPS button already captures coordinates for a future upgrade.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634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The AI classifier is explainable and rule-based by design, not a trained vision model.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CivicMysuru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B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Report. Route. Resolve.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5029200" cy="1143000"/>
          </a:xfrm>
          <a:prstGeom prst="roundRect">
            <a:avLst>
              <a:gd name="adj" fmla="val 9600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3591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sub-problem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97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2194560"/>
            <a:ext cx="5029200" cy="1143000"/>
          </a:xfrm>
          <a:prstGeom prst="roundRect">
            <a:avLst>
              <a:gd name="adj" fmla="val 9600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3591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realities answered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4 (lying, jurisdiction, priority, bad input)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5029200" cy="1143000"/>
          </a:xfrm>
          <a:prstGeom prst="roundRect">
            <a:avLst>
              <a:gd name="adj" fmla="val 9600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730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endpoints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069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REST API routes, auto-documented at /docs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566160"/>
            <a:ext cx="5029200" cy="1143000"/>
          </a:xfrm>
          <a:prstGeom prst="roundRect">
            <a:avLst>
              <a:gd name="adj" fmla="val 9600"/>
            </a:avLst>
          </a:prstGeom>
          <a:solidFill>
            <a:srgbClr val="161D2B"/>
          </a:solidFill>
          <a:ln w="12700">
            <a:solidFill>
              <a:srgbClr val="161D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730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limitations disclosed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069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 each with a stated upgrade path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074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demo, video walkthrough, and decision log linked in resource.md at the repository root.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2026-09-19T13:22:45Z</dcterms:created>
  <dcterms:modified xsi:type="dcterms:W3CDTF">2026-09-19T13:22:45Z</dcterms:modified>
</cp:coreProperties>
</file>