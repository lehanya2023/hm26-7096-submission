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27358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2E3E93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4114800" cy="4114800"/>
          </a:xfrm>
          <a:prstGeom prst="ellipse">
            <a:avLst/>
          </a:prstGeom>
          <a:solidFill>
            <a:srgbClr val="27358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HACKMYSURU 1.0 · PHASE 1 · CIVIC GOVERNANCE &amp; CLEAN MYSURU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CivicRoute Mysuru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Auto-routing civic complaints to the right office — even while Mysuru's own boundaries are being redrawn.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273581"/>
          </a:solidFill>
          <a:ln w="12700">
            <a:solidFill>
              <a:srgbClr val="3A4A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4956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1937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ZENITH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7560" y="48463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273581"/>
          </a:solidFill>
          <a:ln w="12700">
            <a:solidFill>
              <a:srgbClr val="3A4A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4956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51937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HM26-7096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852160" y="48463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273581"/>
          </a:solidFill>
          <a:ln w="12700">
            <a:solidFill>
              <a:srgbClr val="3A4A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4956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SUB-PROBLEM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51937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Mysuru City Corporation &amp; Civic Partners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Mysuru's civic backlog is real — and growing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550–600t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garbage generated across Mysuru every single 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63440" y="21945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 lakh t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971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old, untreated waste already sitting in backlog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0" y="21945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150+ t/day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971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construction &amp; demolition waste, much of it dumped illegally at night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2735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82803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pothole, an overflowing bin, or a streetlight complaint can bounce between offices — or vanish — because it's genuinely unclear who owns it right now.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HackMysuru 1.0 · Phase 1 · Routing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ROUTING FAILS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itself is changing mid-year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Mysuru City Corporation is absorbing: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420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Municipal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23317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40280" y="25420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Panchayats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23317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40480" y="25420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Panchayats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017520"/>
            <a:ext cx="0" cy="1463040"/>
          </a:xfrm>
          <a:prstGeom prst="line">
            <a:avLst/>
          </a:prstGeom>
          <a:noFill/>
          <a:ln w="25400">
            <a:solidFill>
              <a:srgbClr val="D6DCEC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949440" y="2331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local leaders publicly disagree on which villages belong where.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30632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routing system assumes a fixed, unchanging map of “who owns what,” </a:t>
            </a:r>
            <a:pPr indent="0" marL="0">
              <a:buNone/>
            </a:pPr>
            <a:r>
              <a:rPr lang="en-US" sz="15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already wrong.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7091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 we built for: a routing system that can update itself the moment a jurisdiction shifts — not one that has to be rebuilt.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HackMysuru 1.0 · Phase 1 · Routing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WE'RE BUILDING FOR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people, one broken handoff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17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886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near an MCC–panchayat boundary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7091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from us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once, in Kannada or English, and see exactly who owns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017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Ward / Panchayat Officer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611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886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new wards mid-year with no updated records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7091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from us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that's already filtered to what's genuinely theirs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19202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5820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582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017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Administrator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3611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3886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reflect authority changes as they're announced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47091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from us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way to update a boundary without a new app release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HackMysuru 1.0 · Phase 1 · Routing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report in, the right office out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citizen's report is matched against a live jurisdiction map and issue-type rules, returning a routing decision with a confidence score — instead of a citizen guessing which office to call.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880360"/>
            <a:ext cx="548640" cy="54864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776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submits category, photo, and a GPS or pinned location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264408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02152" y="26060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273581"/>
          </a:solidFill>
          <a:ln/>
        </p:spPr>
      </p:sp>
      <p:sp>
        <p:nvSpPr>
          <p:cNvPr id="12" name="Shape 10"/>
          <p:cNvSpPr/>
          <p:nvPr/>
        </p:nvSpPr>
        <p:spPr>
          <a:xfrm>
            <a:off x="3730752" y="2880360"/>
            <a:ext cx="548640" cy="54864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30752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39776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checks the location against today's boundary version + issue-type rules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64224" y="26060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6592824" y="2880360"/>
            <a:ext cx="548640" cy="54864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92824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592824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92824" y="39776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 authority + a confidence score; low-confidence cases queue for review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988552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226296" y="26060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273581"/>
          </a:solidFill>
          <a:ln/>
        </p:spPr>
      </p:sp>
      <p:sp>
        <p:nvSpPr>
          <p:cNvPr id="24" name="Shape 22"/>
          <p:cNvSpPr/>
          <p:nvPr/>
        </p:nvSpPr>
        <p:spPr>
          <a:xfrm>
            <a:off x="9454896" y="2880360"/>
            <a:ext cx="548640" cy="54864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54896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454896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454896" y="39776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office actions it; citizen sees who has it and why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HackMysuru 1.0 · Phase 1 · Routing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 — BOUNDARIES THAT SHIFT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map that updates itself, not one we redeploy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MAP  ·  REJECTED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fixed ward-to-office lookup table.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to build in a 72-hour window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94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Breaks the day a single ward changes hands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89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future boundary change means a code change and a redeploy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194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BOUNDARY REGISTRY  ·  CHOSEN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560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boundary polygon carries an effective-from date.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Routing always looks up the boundary version active on the report's date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886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new panchayat absorption = an admin adds a record, not a code change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480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Boundary-edge cases get a confidence score and a human check instead of a silent wrong answer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HackMysuru 1.0 · Phase 1 · Routing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report becomes a routing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App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Offline-friendly report capture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Console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Per-authority queue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9202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Console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Add/update boundaries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880360"/>
            <a:ext cx="0" cy="41148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80360" y="333756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80360" y="33375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/ Backend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06240" y="4251960"/>
            <a:ext cx="-100584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60920" y="4251960"/>
            <a:ext cx="100584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463040" y="47548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27358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691640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Engine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57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Issue-type rules + confidence scoring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03720" y="47548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27358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0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Registry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5257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polygons, effective-dated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HackMysuru 1.0 · Phase 1 · Routing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WE DESIGNED FOR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input and no signal are the normal 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but verify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reports at the same place &amp; time are flagged, not silently accepted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57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Photos and locations that don't match the claimed issue are caught before routing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434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Anonymous reporting stays open — verification happens on the data, not the identity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without signal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80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report made with no network queues locally instead of failing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657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Queued reports sync automatically the moment connectivity returns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434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Demonstrated live: airplane mode on, report queued, reconnect, sync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HackMysuru 1.0 · Phase 1 · Routing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TRADE-OFFS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chose, what we gave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83464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965960"/>
            <a:ext cx="425196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9659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registry (chosen)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26680" y="1965960"/>
            <a:ext cx="379476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0" y="1965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lookup table (rejected)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68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when a boundary shifts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74720" y="2468880"/>
            <a:ext cx="4251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24688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new record, no redeploy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2468880"/>
            <a:ext cx="3794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0" y="24688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breaks until code changes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283464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2461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complexity in 72h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74720" y="3246120"/>
            <a:ext cx="425196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11880" y="32461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— polygon lookup logic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26680" y="3246120"/>
            <a:ext cx="379476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0" y="3246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— a hash-map lookup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0233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Boundary-edge cases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74720" y="4023360"/>
            <a:ext cx="4251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11880" y="40233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+ human check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26680" y="4023360"/>
            <a:ext cx="3794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0" y="40233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Silent, possibly wrong routing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800600"/>
            <a:ext cx="283464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800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we accepted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474720" y="4800600"/>
            <a:ext cx="425196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11880" y="48006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~150ms slower lookup, admin data-entry step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726680" y="4800600"/>
            <a:ext cx="379476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63840" y="48006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HackMysuru 1.0 · Phase 1 · Routing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4572000" cy="4572000"/>
          </a:xfrm>
          <a:prstGeom prst="ellipse">
            <a:avLst/>
          </a:prstGeom>
          <a:solidFill>
            <a:srgbClr val="2735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WHAT'S NEXT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breaks first at full Mysuru scale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2735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65+ MCC wards, adjacent panchayats, and thousands of daily reports during a Dasara-scale spike, unindexed point-in-polygon lookups are the first thing to slow down.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42055"/>
          </a:solidFill>
          <a:ln w="12700">
            <a:solidFill>
              <a:srgbClr val="C997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5661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spatial index on the boundary registry, so lookup time stays flat as ward count and report volume grow.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92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ZENITH  ·  HM26-7096  ·  Sub-problem: Routing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github.com/LEHANYA2023/civicmysuru-hackathon-2026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2026-09-19T17:07:56Z</dcterms:created>
  <dcterms:modified xsi:type="dcterms:W3CDTF">2026-09-19T17:07:56Z</dcterms:modified>
</cp:coreProperties>
</file>